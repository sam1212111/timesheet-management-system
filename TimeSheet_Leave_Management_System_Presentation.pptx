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100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/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/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TimeSheet &amp; Leave Management System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Microservices-based enterprise workflow application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Built with Spring Boot, Spring Cloud, RabbitMQ, and MySQL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Covers authentication, timesheets, leave, approvals, and reporting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Project Overview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Manages employee timesheets and leave requests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Supports manager and admin approvals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Provides dashboards, reporting, and welcome email notifications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Uses JWT-based security and service-to-service communication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Problem Statement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Manual timesheet and leave tracking is slow and error-prone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Approval workflows are difficult to monitor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User management, policies, and reporting often live in separate tools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Organizations need a centralized and scalable solution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Objectives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Automate timesheet and leave workflows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Support role-based access for Employee, Manager, and Admin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Provide approval tracking and operational reporting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Use a modular microservices architecture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Architecture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Client -&gt; API Gateway -&gt; business microservices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Eureka Server handles service discovery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Config Server provides centralized configuration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RabbitMQ enables asynchronous event-driven communication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Core Services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auth-service: registration, login, profiles, manager assignment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timesheet-service: projects, entries, weekly submission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leave-service: balances, policies, holidays, leave requests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admin-service: approvals, dashboards, reports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Technology Stack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Java 21, Spring Boot, Spring Security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Spring Cloud Gateway, Eureka, Config Server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Spring Data JPA, MySQL, OpenFeign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RabbitMQ, Swagger, Maven, JaCoCo, SonarQube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User Roles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Employee: manage profile, submit leave, fill timesheets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Manager: approve or reject leave and timesheets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Admin: manage users, monitor approvals, view reports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Each role is enforced through JWT and Spring Security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Authentication Workflow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User registers in auth-service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Login validates credentials and returns JWT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API Gateway forwards user identity in headers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Downstream services authorize actions by role and user id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Timesheet Workflow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Employee adds daily entries against projects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Weekly timesheet is validated before submission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Submission publishes a TimesheetSubmittedEvent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Admin service creates an approval task for the manager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Leave Workflow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Employee submits leave request with dates and type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Leave service validates overlap, balance, and working days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LeaveRequestedEvent is published through RabbitMQ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Admin service creates an approval task for the assigned manager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RabbitMQ Workflow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timesheet-service -&gt; timesheet.exchange -&gt; admin.timesheet.queue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leave-service -&gt; leave.exchange -&gt; admin.leave.queue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auth-service -&gt; notification.exchange -&gt; notification.user.registered.queue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admin-service publishes ApprovalCompletedEvent back to business services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Database Ownership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Each service owns its own tables and business state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auth-service stores users and manager relationships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timesheet-service stores projects, timesheets, and entries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leave-service stores requests, balances, policies, and holidays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API Gateway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Acts as the single public entry point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Routes requests to the correct microservice by path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Works with JWT validation flow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Helps keep internal services hidden from direct client access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Service Discovery &amp; Config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Eureka lets services find each other dynamically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Config Server centralizes environment-specific settings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Services import configuration at startup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This reduces duplication and simplifies deployment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Testing &amp; Quality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JUnit tests cover controllers, services, and security filters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JaCoCo generates code coverage reports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SonarQube checks maintainability, duplication, and code quality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Quality work focused on coverage and issue reduction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Project Advantages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Clear separation of concerns by business domain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Secure authentication and role-based authorization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Event-driven approval workflow with loose coupling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Scalable and maintainable architecture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Challenges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Coordinating inter-service communication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Keeping event contracts consistent across services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Handling asynchronous workflows and approvals cleanly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Managing config and local startup order in a microservice system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Future Enhancements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Add retry and dead-letter queues for failed messages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Improve email and notification features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Extend dashboards and reporting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Containerize and deploy with Docker or Kubernetes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Conclusion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The project demonstrates a complete enterprise microservices workflow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It combines JWT security, Spring Cloud, RabbitMQ, and JPA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It solves real HR and operational management use cases</a:t>
            </a:r>
            <a:endParaRPr lang="en-US" sz="2200"/>
            <a:latin typeface="Aptos"/>
            <a:ea typeface=""/>
            <a:cs typeface=""/>
          </a:p>
          <a:p>
            <a:pPr lvl="0"/>
            <a:r>
              <a:rPr lang="en-US" sz="2200"/>
              <a:t>It provides a strong base for future scaling and enhancement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914400"/>
          </a:xfrm>
        </p:spPr>
        <p:txBody>
          <a:bodyPr wrap="square"/>
          <a:lstStyle/>
          <a:p>
            <a:pPr lvl="0"/>
            <a:r>
              <a:rPr lang="en-US" sz="2800" b="1"/>
              <a:t>Thank You</a:t>
            </a:r>
            <a:endParaRPr lang="en-US" sz="2800"/>
            <a:latin typeface="Aptos"/>
            <a:ea typeface=""/>
            <a:cs typeface=""/>
          </a:p>
        </p:txBody>
      </p:sp>
      <p:sp>
        <p:nvSpPr>
          <p:cNvPr id="3" name="Content"/>
          <p:cNvSpPr txBox="1"/>
          <p:nvPr/>
        </p:nvSpPr>
        <p:spPr>
          <a:xfrm>
            <a:off x="685800" y="1371600"/>
            <a:ext cx="7772400" cy="4114800"/>
          </a:xfrm>
          <a:prstGeom prst="rect">
            <a:avLst/>
          </a:prstGeom>
          <a:noFill/>
        </p:spPr>
        <p:txBody>
          <a:bodyPr wrap="square"/>
          <a:lstStyle/>
          <a:p>
            <a:pPr lvl="0"/>
            <a:r>
              <a:rPr lang="en-US" sz="2200"/>
              <a:t>Questions?</a:t>
            </a:r>
            <a:endParaRPr lang="en-US" sz="2200"/>
            <a:latin typeface="Aptos"/>
            <a:ea typeface=""/>
            <a:cs typeface="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Theme">
  <a:themeElements>
    <a:clrScheme name="Simple">
      <a:dk1>
        <a:srgbClr val="1F1F1F"/>
      </a:dk1>
      <a:lt1>
        <a:srgbClr val="FFFFFF"/>
      </a:lt1>
      <a:dk2>
        <a:srgbClr val="0F4C5C"/>
      </a:dk2>
      <a:lt2>
        <a:srgbClr val="F4F7F5"/>
      </a:lt2>
      <a:accent1>
        <a:srgbClr val="2C7DA0"/>
      </a:accent1>
      <a:accent2>
        <a:srgbClr val="468FAF"/>
      </a:accent2>
      <a:accent3>
        <a:srgbClr val="61A5C2"/>
      </a:accent3>
      <a:accent4>
        <a:srgbClr val="89C2D9"/>
      </a:accent4>
      <a:accent5>
        <a:srgbClr val="A9D6E5"/>
      </a:accent5>
      <a:accent6>
        <a:srgbClr val="014F86"/>
      </a:accent6>
      <a:hlink>
        <a:srgbClr val="0563C1"/>
      </a:hlink>
      <a:folHlink>
        <a:srgbClr val="954F72"/>
      </a:folHlink>
    </a:clrScheme>
    <a:fontScheme name="Simpl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impl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21</Slides>
  <Notes>0</Notes>
  <HiddenSlides>0</HiddenSlides>
  <MMClips>0</MMClips>
  <PresentationFormat>On-screen Show (4:3)</PresentationFormat>
  <SharedDoc>false</SharedDoc>
  <HyperlinksChanged>false</HyperlinksChanged>
  <AppVersion>16.0000</AppVersion>
  <TitlesOfParts>
    <vt:vector size="21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TimeSheet &amp; Leave Management System Presentation</dc:title>
  <dc:creator>OpenAI Codex</dc:creator>
  <cp:lastModifiedBy>OpenAI Codex</cp:lastModifiedBy>
  <dcterms:created xsi:type="dcterms:W3CDTF">2026-03-27T05:29:40Z</dcterms:created>
  <dcterms:modified xsi:type="dcterms:W3CDTF">2026-03-27T05:29:40Z</dcterms:modified>
</cp:coreProperties>
</file>